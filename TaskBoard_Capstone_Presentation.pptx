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TaskBoard — DevOps Capstone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Name: Neeshant Ahire</a:t>
            </a:r>
          </a:p>
          <a:p>
            <a:r>
              <a:t>Roll No: 10635</a:t>
            </a:r>
          </a:p>
          <a:p>
            <a:r>
              <a:t>Batch: A</a:t>
            </a:r>
          </a:p>
          <a:p>
            <a:r>
              <a:t>End-to-End CI/CD, Containerization, Kubernetes &amp; Observability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Project Overview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Application: SaaS project management tool tracking tasks across workflows.</a:t>
            </a:r>
          </a:p>
          <a:p>
            <a:pPr>
              <a:spcAft>
                <a:spcPts val="1000"/>
              </a:spcAft>
              <a:defRPr sz="1800"/>
            </a:pPr>
            <a:r>
              <a:t>Core Goal: Demonstrate an automated DevOps lifecycle from code commit to Kubernetes.</a:t>
            </a:r>
          </a:p>
          <a:p>
            <a:pPr>
              <a:spcAft>
                <a:spcPts val="1000"/>
              </a:spcAft>
              <a:defRPr sz="1800"/>
            </a:pPr>
            <a:r>
              <a:t>Tech Stack: React + Vite, FastAPI, PostgreSQL, Docker, Kubernetes, Helm, Prometheus.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End-to-End DevOps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Code &amp; Version Control: Git &amp; GitHub repository tracking desired states.</a:t>
            </a:r>
          </a:p>
          <a:p>
            <a:pPr>
              <a:spcAft>
                <a:spcPts val="1000"/>
              </a:spcAft>
              <a:defRPr sz="1800"/>
            </a:pPr>
            <a:r>
              <a:t>CI/CD Automation: GitHub Actions running automated Pytest &amp; React builds.</a:t>
            </a:r>
          </a:p>
          <a:p>
            <a:pPr>
              <a:spcAft>
                <a:spcPts val="1000"/>
              </a:spcAft>
              <a:defRPr sz="1800"/>
            </a:pPr>
            <a:r>
              <a:t>Container Registry: Secure image publishing via GitHub Container Registry (GHCR).</a:t>
            </a:r>
          </a:p>
          <a:p>
            <a:pPr>
              <a:spcAft>
                <a:spcPts val="1000"/>
              </a:spcAft>
              <a:defRPr sz="1800"/>
            </a:pPr>
            <a:r>
              <a:t>Orchestration &amp; Monitoring: Deployed via Helm onto Kubernetes, tracked with Prometheus &amp; Grafana.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Application Layer &amp; Quality 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FastAPI Backend: Exposes high-performance REST APIs (/api/tasks, /health, /ready, /metrics).</a:t>
            </a:r>
          </a:p>
          <a:p>
            <a:pPr>
              <a:spcAft>
                <a:spcPts val="1000"/>
              </a:spcAft>
              <a:defRPr sz="1800"/>
            </a:pPr>
            <a:r>
              <a:t>Database Management: SQLAlchemy ORM backed by PostgreSQL with Alembic migrations.</a:t>
            </a:r>
          </a:p>
          <a:p>
            <a:pPr>
              <a:spcAft>
                <a:spcPts val="1000"/>
              </a:spcAft>
              <a:defRPr sz="1800"/>
            </a:pPr>
            <a:r>
              <a:t>Automated Testing: Pytest test suite acts as the first strict quality gate in CI.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Containerization &amp;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Backend Dockerfile: Optimized Python runtime container.</a:t>
            </a:r>
          </a:p>
          <a:p>
            <a:pPr>
              <a:spcAft>
                <a:spcPts val="1000"/>
              </a:spcAft>
              <a:defRPr sz="1800"/>
            </a:pPr>
            <a:r>
              <a:t>Frontend Multi-Stage Build: Node build phase packaged into a lightweight Nginx runtime image.</a:t>
            </a:r>
          </a:p>
          <a:p>
            <a:pPr>
              <a:spcAft>
                <a:spcPts val="1000"/>
              </a:spcAft>
              <a:defRPr sz="1800"/>
            </a:pPr>
            <a:r>
              <a:t>Security Best Practice: Both application containers run as non-root users.</a:t>
            </a:r>
          </a:p>
          <a:p>
            <a:pPr>
              <a:spcAft>
                <a:spcPts val="1000"/>
              </a:spcAft>
              <a:defRPr sz="1800"/>
            </a:pPr>
            <a:r>
              <a:t>Local Execution: Single-command deployment via Docker Compose.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CI/CD Pipeline &amp; DevSecOps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GitHub Actions Pipeline: Automated execution on pushes to the main branch.</a:t>
            </a:r>
          </a:p>
          <a:p>
            <a:pPr>
              <a:spcAft>
                <a:spcPts val="1000"/>
              </a:spcAft>
              <a:defRPr sz="1800"/>
            </a:pPr>
            <a:r>
              <a:t>Immutable Tagging: Images are tagged with the Git commit SHA instead of 'latest'.</a:t>
            </a:r>
          </a:p>
          <a:p>
            <a:pPr>
              <a:spcAft>
                <a:spcPts val="1000"/>
              </a:spcAft>
              <a:defRPr sz="1800"/>
            </a:pPr>
            <a:r>
              <a:t>Trivy Security Scanning: Automatic scan for HIGH and CRITICAL container vulnerabilities.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Infrastructure as Code (Terraform) &amp; 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Declarative Infrastructure: Provisioning AWS resources using Terraform HCL scripts.</a:t>
            </a:r>
          </a:p>
          <a:p>
            <a:pPr>
              <a:spcAft>
                <a:spcPts val="1000"/>
              </a:spcAft>
              <a:defRPr sz="1800"/>
            </a:pPr>
            <a:r>
              <a:t>Cloud Architecture: Configured for AWS VPC with subnets and an Amazon EKS cluster.</a:t>
            </a:r>
          </a:p>
          <a:p>
            <a:pPr>
              <a:spcAft>
                <a:spcPts val="1000"/>
              </a:spcAft>
              <a:defRPr sz="1800"/>
            </a:pPr>
            <a:r>
              <a:t>Security Compliance: Credentials secured via variables, avoiding raw keys in git history.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Kubernetes &amp; Helm Orchestration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Namespaces &amp; Deployments: Isolated workloads managed securely inside Kubernetes.</a:t>
            </a:r>
          </a:p>
          <a:p>
            <a:pPr>
              <a:spcAft>
                <a:spcPts val="1000"/>
              </a:spcAft>
              <a:defRPr sz="1800"/>
            </a:pPr>
            <a:r>
              <a:t>Helm Packaging: Unified configuration charts replacing manual multi-file manifests.</a:t>
            </a:r>
          </a:p>
          <a:p>
            <a:pPr>
              <a:spcAft>
                <a:spcPts val="1000"/>
              </a:spcAft>
              <a:defRPr sz="1800"/>
            </a:pPr>
            <a:r>
              <a:t>Ingress Controllers: Efficient path-based routing for frontend and backend traffic.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Observability &amp; GitOps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Prometheus Monitoring: Automatic scraping of FastAPI metrics via /metrics and ServiceMonitors.</a:t>
            </a:r>
          </a:p>
          <a:p>
            <a:pPr>
              <a:spcAft>
                <a:spcPts val="1000"/>
              </a:spcAft>
              <a:defRPr sz="1800"/>
            </a:pPr>
            <a:r>
              <a:t>Grafana Dashboards: Live visual metrics tracking resource usage, latencies, and requests.</a:t>
            </a:r>
          </a:p>
          <a:p>
            <a:pPr>
              <a:spcAft>
                <a:spcPts val="1000"/>
              </a:spcAft>
              <a:defRPr sz="1800"/>
            </a:pPr>
            <a:r>
              <a:t>GitOps Alignment: Version-controlled desired states ensuring reproducibility.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Conclusion &amp;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Successfully fulfilled all 10 grading modules (M1-M10).</a:t>
            </a:r>
          </a:p>
          <a:p>
            <a:pPr>
              <a:spcAft>
                <a:spcPts val="1000"/>
              </a:spcAft>
              <a:defRPr sz="1800"/>
            </a:pPr>
            <a:r>
              <a:t>Fully traceable pipeline from local workstation to production Kubernetes cluster.</a:t>
            </a:r>
          </a:p>
          <a:p>
            <a:pPr>
              <a:spcAft>
                <a:spcPts val="1000"/>
              </a:spcAft>
              <a:defRPr sz="1800"/>
            </a:pPr>
            <a:r>
              <a:t>GitHub Repository, Documentation, and Demo Presentation fully verified.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